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8"/>
  </p:notesMasterIdLst>
  <p:handoutMasterIdLst>
    <p:handoutMasterId r:id="rId9"/>
  </p:handoutMasterIdLst>
  <p:sldIdLst>
    <p:sldId id="256" r:id="rId3"/>
    <p:sldId id="257" r:id="rId4"/>
    <p:sldId id="258" r:id="rId5"/>
    <p:sldId id="266" r:id="rId6"/>
    <p:sldId id="264" r:id="rId7"/>
  </p:sldIdLst>
  <p:sldSz cx="12192000" cy="6858000"/>
  <p:notesSz cx="7103745" cy="10234295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2B2B2"/>
    <a:srgbClr val="202020"/>
    <a:srgbClr val="323232"/>
    <a:srgbClr val="CC3300"/>
    <a:srgbClr val="CC0000"/>
    <a:srgbClr val="FF3300"/>
    <a:srgbClr val="990000"/>
    <a:srgbClr val="FF8D41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278" autoAdjust="0"/>
    <p:restoredTop sz="94660"/>
  </p:normalViewPr>
  <p:slideViewPr>
    <p:cSldViewPr snapToGrid="0" showGuides="1">
      <p:cViewPr varScale="1">
        <p:scale>
          <a:sx n="75" d="100"/>
          <a:sy n="75" d="100"/>
        </p:scale>
        <p:origin x="90" y="96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40450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524000" y="1322962"/>
            <a:ext cx="9144000" cy="2187001"/>
          </a:xfrm>
        </p:spPr>
        <p:txBody>
          <a:bodyPr anchor="b">
            <a:normAutofit/>
          </a:bodyPr>
          <a:lstStyle>
            <a:lvl1pPr algn="ctr">
              <a:lnSpc>
                <a:spcPct val="130000"/>
              </a:lnSpc>
              <a:defRPr sz="6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单击此处添加标题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  <a:effectLst/>
                <a:latin typeface="+mj-lt"/>
                <a:ea typeface="+mj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单击此处添加副标题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47700" y="1825625"/>
            <a:ext cx="10515600" cy="4351338"/>
          </a:xfrm>
        </p:spPr>
        <p:txBody>
          <a:bodyPr>
            <a:normAutofit/>
          </a:bodyPr>
          <a:lstStyle>
            <a:lvl1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3751117"/>
            <a:ext cx="7321550" cy="811357"/>
          </a:xfrm>
        </p:spPr>
        <p:txBody>
          <a:bodyPr anchor="b">
            <a:normAutofit/>
          </a:bodyPr>
          <a:lstStyle>
            <a:lvl1pPr>
              <a:defRPr sz="400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610028"/>
            <a:ext cx="7321550" cy="647555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47700" y="258445"/>
            <a:ext cx="10515600" cy="1325563"/>
          </a:xfrm>
        </p:spPr>
        <p:txBody>
          <a:bodyPr>
            <a:normAutofit/>
          </a:bodyPr>
          <a:lstStyle>
            <a:lvl1pPr>
              <a:defRPr sz="2400" b="1" i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47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981700" y="1825625"/>
            <a:ext cx="5181600" cy="4351338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150000"/>
              </a:lnSpc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150000"/>
              </a:lnSpc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744961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615609"/>
            <a:ext cx="5157787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744961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615609"/>
            <a:ext cx="5183188" cy="357405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2766219"/>
            <a:ext cx="10515600" cy="1325563"/>
          </a:xfrm>
        </p:spPr>
        <p:txBody>
          <a:bodyPr>
            <a:normAutofit/>
          </a:bodyPr>
          <a:lstStyle>
            <a:lvl1pPr algn="ctr">
              <a:defRPr sz="4800" b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46747" y="127000"/>
            <a:ext cx="4165200" cy="1600200"/>
          </a:xfrm>
        </p:spPr>
        <p:txBody>
          <a:bodyPr anchor="ctr" anchorCtr="0">
            <a:normAutofit/>
          </a:bodyPr>
          <a:lstStyle>
            <a:lvl1pPr>
              <a:defRPr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5184000" y="766354"/>
            <a:ext cx="5817375" cy="50944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51827" y="2057400"/>
            <a:ext cx="4165200" cy="381158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824484" y="365125"/>
            <a:ext cx="1529316" cy="5811838"/>
          </a:xfrm>
        </p:spPr>
        <p:txBody>
          <a:bodyPr vert="eaVert">
            <a:normAutofit/>
          </a:bodyPr>
          <a:lstStyle>
            <a:lvl1pPr>
              <a:defRPr sz="36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8879958" cy="5811838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838200" y="551543"/>
            <a:ext cx="10515600" cy="5558971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0.xml"/><Relationship Id="rId2" Type="http://schemas.openxmlformats.org/officeDocument/2006/relationships/hyperlink" Target="https://backend-mrfan.app.secoder.net/" TargetMode="External"/><Relationship Id="rId1" Type="http://schemas.openxmlformats.org/officeDocument/2006/relationships/hyperlink" Target="https://frontend-mrfan.app.secoder.net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/>
              <a:t>MrFan</a:t>
            </a:r>
            <a:endParaRPr lang="en-US" altLang="zh-CN"/>
          </a:p>
        </p:txBody>
      </p:sp>
      <p:sp>
        <p:nvSpPr>
          <p:cNvPr id="5" name="副标题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zh-CN" altLang="en-US"/>
              <a:t>组员：杜逸凡、陈鸣旸、李波、</a:t>
            </a:r>
            <a:r>
              <a:rPr lang="zh-CN" altLang="en-US"/>
              <a:t>付琮皓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内容占位符 2"/>
          <p:cNvSpPr>
            <a:spLocks noGrp="1"/>
          </p:cNvSpPr>
          <p:nvPr>
            <p:ph sz="quarter" idx="13"/>
          </p:nvPr>
        </p:nvSpPr>
        <p:spPr/>
        <p:txBody>
          <a:bodyPr/>
          <a:p>
            <a:r>
              <a:rPr lang="zh-CN" altLang="en-US"/>
              <a:t>前端网址：</a:t>
            </a:r>
            <a:r>
              <a:rPr lang="en-US" altLang="zh-CN">
                <a:hlinkClick r:id="rId1" action="ppaction://hlinkfile"/>
              </a:rPr>
              <a:t>https://frontend-mrfan.app.secoder.net/</a:t>
            </a:r>
            <a:endParaRPr lang="en-US" altLang="zh-CN"/>
          </a:p>
          <a:p>
            <a:r>
              <a:rPr lang="zh-CN" altLang="en-US"/>
              <a:t>后端网址：</a:t>
            </a:r>
            <a:r>
              <a:rPr lang="en-US" altLang="zh-CN">
                <a:sym typeface="+mn-ea"/>
                <a:hlinkClick r:id="rId2" action="ppaction://hlinkfile"/>
              </a:rPr>
              <a:t>https://backend-mrfan.app.secoder.net/</a:t>
            </a:r>
            <a:endParaRPr lang="en-US" altLang="zh-CN">
              <a:hlinkClick r:id="rId2" action="ppaction://hlinkfile"/>
            </a:endParaRPr>
          </a:p>
          <a:p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/>
          <a:p>
            <a:r>
              <a:rPr lang="zh-CN" altLang="en-US"/>
              <a:t>用户管理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47700" y="1090930"/>
            <a:ext cx="10515600" cy="5766435"/>
          </a:xfrm>
        </p:spPr>
        <p:txBody>
          <a:bodyPr/>
          <a:p>
            <a:r>
              <a:rPr lang="zh-CN" altLang="en-US"/>
              <a:t>用户</a:t>
            </a:r>
            <a:r>
              <a:rPr lang="zh-CN" altLang="en-US"/>
              <a:t>注册</a:t>
            </a:r>
            <a:endParaRPr lang="zh-CN" altLang="en-US"/>
          </a:p>
          <a:p>
            <a:r>
              <a:rPr lang="zh-CN" altLang="en-US"/>
              <a:t>用户</a:t>
            </a:r>
            <a:r>
              <a:rPr lang="zh-CN" altLang="en-US"/>
              <a:t>注销</a:t>
            </a:r>
            <a:endParaRPr lang="zh-CN" altLang="en-US"/>
          </a:p>
          <a:p>
            <a:r>
              <a:rPr lang="zh-CN" altLang="en-US"/>
              <a:t>登录</a:t>
            </a:r>
            <a:r>
              <a:rPr lang="zh-CN" altLang="en-US"/>
              <a:t>登出</a:t>
            </a:r>
            <a:endParaRPr lang="zh-CN" altLang="en-US"/>
          </a:p>
          <a:p>
            <a:r>
              <a:rPr lang="zh-CN" altLang="en-US"/>
              <a:t>信息</a:t>
            </a:r>
            <a:r>
              <a:rPr lang="zh-CN" altLang="en-US"/>
              <a:t>编辑</a:t>
            </a:r>
            <a:endParaRPr lang="zh-CN" altLang="en-US"/>
          </a:p>
          <a:p>
            <a:r>
              <a:rPr lang="zh-CN" altLang="en-US"/>
              <a:t>用户</a:t>
            </a:r>
            <a:r>
              <a:rPr lang="zh-CN" altLang="en-US"/>
              <a:t>查找</a:t>
            </a:r>
            <a:endParaRPr lang="zh-CN" altLang="en-US"/>
          </a:p>
          <a:p>
            <a:r>
              <a:rPr lang="zh-CN" altLang="en-US"/>
              <a:t>好友申请</a:t>
            </a:r>
            <a:endParaRPr lang="zh-CN" altLang="en-US"/>
          </a:p>
          <a:p>
            <a:r>
              <a:rPr lang="zh-CN" altLang="en-US"/>
              <a:t>好友</a:t>
            </a:r>
            <a:r>
              <a:rPr lang="zh-CN" altLang="en-US"/>
              <a:t>删除</a:t>
            </a:r>
            <a:endParaRPr lang="zh-CN" altLang="en-US"/>
          </a:p>
          <a:p>
            <a:r>
              <a:rPr lang="zh-CN" altLang="en-US"/>
              <a:t>好友列表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/>
          <a:p>
            <a:r>
              <a:rPr lang="zh-CN" altLang="en-US"/>
              <a:t>在线会话</a:t>
            </a:r>
            <a:r>
              <a:rPr lang="en-US" altLang="zh-CN"/>
              <a:t>-</a:t>
            </a:r>
            <a:r>
              <a:rPr lang="zh-CN" altLang="en-US"/>
              <a:t>通用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47700" y="1090930"/>
            <a:ext cx="10515600" cy="5767070"/>
          </a:xfrm>
        </p:spPr>
        <p:txBody>
          <a:bodyPr/>
          <a:p>
            <a:r>
              <a:rPr lang="zh-CN" altLang="en-US">
                <a:sym typeface="+mn-ea"/>
              </a:rPr>
              <a:t>界面显示</a:t>
            </a:r>
            <a:endParaRPr lang="zh-CN" altLang="en-US"/>
          </a:p>
          <a:p>
            <a:r>
              <a:rPr lang="zh-CN" altLang="en-US">
                <a:sym typeface="+mn-ea"/>
              </a:rPr>
              <a:t>发送信息</a:t>
            </a:r>
            <a:endParaRPr lang="zh-CN" altLang="en-US"/>
          </a:p>
          <a:p>
            <a:r>
              <a:rPr lang="zh-CN" altLang="en-US">
                <a:sym typeface="+mn-ea"/>
              </a:rPr>
              <a:t>辅助信息</a:t>
            </a:r>
            <a:endParaRPr lang="zh-CN" altLang="en-US"/>
          </a:p>
          <a:p>
            <a:r>
              <a:rPr lang="zh-CN" altLang="en-US">
                <a:sym typeface="+mn-ea"/>
              </a:rPr>
              <a:t>未读计数</a:t>
            </a:r>
            <a:endParaRPr lang="zh-CN" altLang="en-US"/>
          </a:p>
          <a:p>
            <a:r>
              <a:rPr lang="zh-CN" altLang="en-US">
                <a:sym typeface="+mn-ea"/>
              </a:rPr>
              <a:t>撤回消息</a:t>
            </a:r>
            <a:endParaRPr lang="zh-CN" altLang="en-US"/>
          </a:p>
          <a:p>
            <a:r>
              <a:rPr lang="zh-CN" altLang="en-US">
                <a:sym typeface="+mn-ea"/>
              </a:rPr>
              <a:t>编辑消息</a:t>
            </a:r>
            <a:endParaRPr lang="zh-CN" altLang="en-US"/>
          </a:p>
          <a:p>
            <a:r>
              <a:rPr lang="zh-CN" altLang="en-US">
                <a:sym typeface="+mn-ea"/>
              </a:rPr>
              <a:t>多媒体</a:t>
            </a:r>
            <a:endParaRPr lang="zh-CN" altLang="en-US"/>
          </a:p>
          <a:p>
            <a:r>
              <a:rPr lang="zh-CN" altLang="en-US">
                <a:sym typeface="+mn-ea"/>
              </a:rPr>
              <a:t>拓展列表</a:t>
            </a:r>
            <a:endParaRPr lang="zh-CN" altLang="en-US"/>
          </a:p>
          <a:p>
            <a:r>
              <a:rPr lang="zh-CN" altLang="en-US">
                <a:sym typeface="+mn-ea"/>
              </a:rPr>
              <a:t>回复消息</a:t>
            </a:r>
            <a:endParaRPr lang="zh-CN" altLang="en-US"/>
          </a:p>
          <a:p>
            <a:r>
              <a:rPr lang="zh-CN" altLang="en-US">
                <a:sym typeface="+mn-ea"/>
              </a:rPr>
              <a:t>查看记录</a:t>
            </a:r>
            <a:endParaRPr lang="zh-CN" altLang="en-US"/>
          </a:p>
          <a:p>
            <a:r>
              <a:rPr lang="zh-CN" altLang="en-US">
                <a:sym typeface="+mn-ea"/>
              </a:rPr>
              <a:t>筛选记录</a:t>
            </a:r>
            <a:endParaRPr lang="zh-CN" altLang="en-US"/>
          </a:p>
          <a:p>
            <a:r>
              <a:rPr lang="zh-CN" altLang="en-US">
                <a:sym typeface="+mn-ea"/>
              </a:rPr>
              <a:t>删除记录</a:t>
            </a:r>
            <a:endParaRPr lang="zh-CN" altLang="en-US"/>
          </a:p>
          <a:p>
            <a:r>
              <a:rPr lang="zh-CN" altLang="en-US">
                <a:sym typeface="+mn-ea"/>
              </a:rPr>
              <a:t>消息免打扰</a:t>
            </a:r>
            <a:endParaRPr lang="zh-CN" altLang="en-US"/>
          </a:p>
          <a:p>
            <a:r>
              <a:rPr lang="zh-CN" altLang="en-US">
                <a:sym typeface="+mn-ea"/>
              </a:rPr>
              <a:t>置顶会话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" name="标题 5"/>
          <p:cNvSpPr>
            <a:spLocks noGrp="1"/>
          </p:cNvSpPr>
          <p:nvPr>
            <p:ph type="title"/>
          </p:nvPr>
        </p:nvSpPr>
        <p:spPr>
          <a:xfrm>
            <a:off x="647700" y="0"/>
            <a:ext cx="10515600" cy="1325563"/>
          </a:xfrm>
        </p:spPr>
        <p:txBody>
          <a:bodyPr/>
          <a:p>
            <a:r>
              <a:rPr lang="zh-CN" altLang="en-US">
                <a:sym typeface="+mn-ea"/>
              </a:rPr>
              <a:t>在线会话</a:t>
            </a:r>
            <a:r>
              <a:rPr lang="en-US" altLang="zh-CN">
                <a:sym typeface="+mn-ea"/>
              </a:rPr>
              <a:t>-</a:t>
            </a:r>
            <a:r>
              <a:rPr lang="zh-CN" altLang="en-US">
                <a:sym typeface="+mn-ea"/>
              </a:rPr>
              <a:t>群聊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idx="1"/>
          </p:nvPr>
        </p:nvSpPr>
        <p:spPr>
          <a:xfrm>
            <a:off x="647700" y="1090930"/>
            <a:ext cx="10515600" cy="5086350"/>
          </a:xfrm>
        </p:spPr>
        <p:txBody>
          <a:bodyPr/>
          <a:p>
            <a:r>
              <a:rPr lang="zh-CN" altLang="en-US">
                <a:sym typeface="+mn-ea"/>
              </a:rPr>
              <a:t>列表创建</a:t>
            </a:r>
            <a:endParaRPr lang="zh-CN" altLang="en-US"/>
          </a:p>
          <a:p>
            <a:r>
              <a:rPr lang="zh-CN" altLang="en-US">
                <a:sym typeface="+mn-ea"/>
              </a:rPr>
              <a:t>信息展示</a:t>
            </a:r>
            <a:endParaRPr lang="zh-CN" altLang="en-US"/>
          </a:p>
          <a:p>
            <a:r>
              <a:rPr lang="zh-CN" altLang="en-US">
                <a:sym typeface="+mn-ea"/>
              </a:rPr>
              <a:t>群昵称</a:t>
            </a:r>
            <a:endParaRPr lang="zh-CN" altLang="en-US"/>
          </a:p>
          <a:p>
            <a:r>
              <a:rPr lang="zh-CN" altLang="en-US">
                <a:sym typeface="+mn-ea"/>
              </a:rPr>
              <a:t>群管理员</a:t>
            </a:r>
            <a:endParaRPr lang="zh-CN" altLang="en-US"/>
          </a:p>
          <a:p>
            <a:r>
              <a:rPr lang="zh-CN" altLang="en-US">
                <a:sym typeface="+mn-ea"/>
              </a:rPr>
              <a:t>群主转让</a:t>
            </a:r>
            <a:endParaRPr lang="zh-CN" altLang="en-US"/>
          </a:p>
          <a:p>
            <a:r>
              <a:rPr lang="zh-CN" altLang="en-US">
                <a:sym typeface="+mn-ea"/>
              </a:rPr>
              <a:t>群公告</a:t>
            </a:r>
            <a:endParaRPr lang="zh-CN" altLang="en-US"/>
          </a:p>
          <a:p>
            <a:r>
              <a:rPr lang="zh-CN" altLang="en-US">
                <a:sym typeface="+mn-ea"/>
              </a:rPr>
              <a:t>移除群员</a:t>
            </a:r>
            <a:endParaRPr lang="zh-CN" altLang="en-US"/>
          </a:p>
          <a:p>
            <a:r>
              <a:rPr lang="zh-CN" altLang="en-US">
                <a:sym typeface="+mn-ea"/>
              </a:rPr>
              <a:t>成员邀请</a:t>
            </a:r>
            <a:endParaRPr lang="zh-CN" altLang="en-US"/>
          </a:p>
          <a:p>
            <a:r>
              <a:rPr lang="zh-CN" altLang="en-US">
                <a:sym typeface="+mn-ea"/>
              </a:rPr>
              <a:t>成员退出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​​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WPS 演示</Application>
  <PresentationFormat>宽屏</PresentationFormat>
  <Paragraphs>48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Arial</vt:lpstr>
      <vt:lpstr>宋体</vt:lpstr>
      <vt:lpstr>Wingdings</vt:lpstr>
      <vt:lpstr>Arial Black</vt:lpstr>
      <vt:lpstr>微软雅黑</vt:lpstr>
      <vt:lpstr>Arial Unicode MS</vt:lpstr>
      <vt:lpstr>黑体</vt:lpstr>
      <vt:lpstr>WPS​​</vt:lpstr>
      <vt:lpstr>MrFan</vt:lpstr>
      <vt:lpstr>PowerPoint 演示文稿</vt:lpstr>
      <vt:lpstr>PowerPoint 演示文稿</vt:lpstr>
      <vt:lpstr>用户管理</vt:lpstr>
      <vt:lpstr>用户管理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付琮皓(2023010893)</cp:lastModifiedBy>
  <cp:revision>9</cp:revision>
  <dcterms:created xsi:type="dcterms:W3CDTF">2023-07-11T07:43:00Z</dcterms:created>
  <dcterms:modified xsi:type="dcterms:W3CDTF">2025-12-20T11:32:36Z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2052-12.1.0.23542</vt:lpwstr>
  </property>
  <property fmtid="{D5CDD505-2E9C-101B-9397-08002B2CF9AE}" pid="3" name="ICV">
    <vt:lpwstr>A1099CD7A80A4675B2158540EE5A3AD2_13</vt:lpwstr>
  </property>
</Properties>
</file>